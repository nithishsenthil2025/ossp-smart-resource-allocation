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Start: Our project is a local resource manager simulator that accepts all matrices from the user and prevents unsafe allocations.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this controls the Linux kernel. The official problem asks for a resource-manager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-914400"/>
            <a:ext cx="5943600" cy="5943600"/>
          </a:xfrm>
          <a:prstGeom prst="ellipse">
            <a:avLst/>
          </a:prstGeom>
          <a:solidFill>
            <a:srgbClr val="25385D"/>
          </a:solidFill>
          <a:ln w="12700">
            <a:solidFill>
              <a:srgbClr val="25385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50224" y="45720"/>
            <a:ext cx="5212080" cy="5212080"/>
          </a:xfrm>
          <a:prstGeom prst="ellipse">
            <a:avLst/>
          </a:prstGeom>
          <a:solidFill>
            <a:srgbClr val="2E416A"/>
          </a:solidFill>
          <a:ln w="12700">
            <a:solidFill>
              <a:srgbClr val="2E416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46336" y="932688"/>
            <a:ext cx="4114800" cy="4114800"/>
          </a:xfrm>
          <a:prstGeom prst="ellipse">
            <a:avLst/>
          </a:prstGeom>
          <a:solidFill>
            <a:srgbClr val="493D83"/>
          </a:solidFill>
          <a:ln w="12700">
            <a:solidFill>
              <a:srgbClr val="493D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14432" y="1700784"/>
            <a:ext cx="2560320" cy="256032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576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6C4D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KLH UNIVERSITY    /    OSSP HACKATHON    /    PROBLEM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b="1" spc="-13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667512" y="2423160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b="1" dirty="0">
                <a:solidFill>
                  <a:srgbClr val="B9A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OS.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713232" y="3657600"/>
            <a:ext cx="7315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FF1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resource allocation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FF1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Banker's Algorithm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13232" y="5102352"/>
            <a:ext cx="6629400" cy="0"/>
          </a:xfrm>
          <a:prstGeom prst="line">
            <a:avLst/>
          </a:prstGeom>
          <a:noFill/>
          <a:ln w="16510">
            <a:solidFill>
              <a:srgbClr val="5062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5404104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3DB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NITHISH S    •    SAI SATHWIK    •    CH. VIVEK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6053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DBB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 S7   /   GROUP G-13   /   17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/ THE CHALLENGE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were asked to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assigned problem emphasizes deciding whether each request leaves a safe state.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157984"/>
            <a:ext cx="10881360" cy="1051560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331720"/>
            <a:ext cx="10332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“Build a resource manager that checks resource requests and determines whether the system remains in a safe state.”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685032"/>
            <a:ext cx="34930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3867912"/>
            <a:ext cx="685800" cy="310896"/>
          </a:xfrm>
          <a:prstGeom prst="roundRect">
            <a:avLst/>
          </a:prstGeom>
          <a:solidFill>
            <a:srgbClr val="F0EDFD"/>
          </a:solidFill>
          <a:ln w="12700">
            <a:solidFill>
              <a:srgbClr val="F0EDF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8953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68" y="43251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User-defined input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6968" y="478231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valid process/resource dataset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70832" y="3685032"/>
            <a:ext cx="34930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3867912"/>
            <a:ext cx="685800" cy="310896"/>
          </a:xfrm>
          <a:prstGeom prst="roundRect">
            <a:avLst/>
          </a:prstGeom>
          <a:solidFill>
            <a:srgbClr val="F0EDFD"/>
          </a:solidFill>
          <a:ln w="12700">
            <a:solidFill>
              <a:srgbClr val="F0EDF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8953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43251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state check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17720" y="478231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one feasible completion sequence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3685032"/>
            <a:ext cx="349300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48472" y="3867912"/>
            <a:ext cx="685800" cy="310896"/>
          </a:xfrm>
          <a:prstGeom prst="roundRect">
            <a:avLst/>
          </a:prstGeom>
          <a:solidFill>
            <a:srgbClr val="F0EDFD"/>
          </a:solidFill>
          <a:ln w="12700">
            <a:solidFill>
              <a:srgbClr val="F0EDF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9912" y="38953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48472" y="43251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or reject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48472" y="478231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each new request before committing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/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allocations can stop progress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system can have free resources and still make an unsafe decision.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267712"/>
            <a:ext cx="52578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606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51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WITHOUT SAFETY CHECKS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3182112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resources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 because they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are currently free.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254496" y="2267712"/>
            <a:ext cx="5257800" cy="3154680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2824" y="2606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BA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BANKER 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92824" y="3182112"/>
            <a:ext cx="4636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the future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completion order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approving.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/ THE ALGORITHM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terms. One safety decision.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94944" y="1975104"/>
            <a:ext cx="5093208" cy="594360"/>
          </a:xfrm>
          <a:prstGeom prst="round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08483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71216" y="20848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free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" y="2697480"/>
            <a:ext cx="509320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80720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71216" y="28072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currently held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" y="3419856"/>
            <a:ext cx="5093208" cy="594360"/>
          </a:xfrm>
          <a:prstGeom prst="round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529584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MAXIMUM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71216" y="3529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Declared upper bound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" y="4142232"/>
            <a:ext cx="509320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425196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71216" y="42519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still required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" y="4864608"/>
            <a:ext cx="5093208" cy="594360"/>
          </a:xfrm>
          <a:prstGeom prst="round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97433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SEQUENCE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71216" y="4974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that lets all finish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37376" y="2075688"/>
            <a:ext cx="5084064" cy="3246120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24231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AB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EQUATION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84848" y="3127248"/>
            <a:ext cx="4315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  =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784848" y="3822192"/>
            <a:ext cx="4334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D8D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MAXIMUM  −  ALLOCATION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784848" y="48188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every process can finish in one order, the state is SAFE.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/ SOLUTION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visual dashboard. A real C algorithm.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web interface is only the presentation layer; allocation checks run inside 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2496312"/>
            <a:ext cx="354787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2788920"/>
            <a:ext cx="1042416" cy="310896"/>
          </a:xfrm>
          <a:prstGeom prst="roundRect">
            <a:avLst/>
          </a:prstGeom>
          <a:solidFill>
            <a:srgbClr val="F0EDFD"/>
          </a:solidFill>
          <a:ln w="12700">
            <a:solidFill>
              <a:srgbClr val="F0EDF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81635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LAYER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05256" y="3392424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BROWSER UI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05256" y="4014216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inputs, matrices, actions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15384" y="333756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4526280" y="2496312"/>
            <a:ext cx="354787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788920"/>
            <a:ext cx="1042416" cy="310896"/>
          </a:xfrm>
          <a:prstGeom prst="roundRect">
            <a:avLst/>
          </a:prstGeom>
          <a:solidFill>
            <a:srgbClr val="F0EDFD"/>
          </a:solidFill>
          <a:ln w="12700">
            <a:solidFill>
              <a:srgbClr val="F0EDF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LAYER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3392424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PYTHON API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754880" y="4014216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JSON, preserves workspace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65008" y="333756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900" dirty="0"/>
          </a:p>
        </p:txBody>
      </p:sp>
      <p:sp>
        <p:nvSpPr>
          <p:cNvPr id="20" name="Shape 18"/>
          <p:cNvSpPr/>
          <p:nvPr/>
        </p:nvSpPr>
        <p:spPr>
          <a:xfrm>
            <a:off x="8375904" y="2496312"/>
            <a:ext cx="3547872" cy="2423160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04504" y="2788920"/>
            <a:ext cx="1042416" cy="310896"/>
          </a:xfrm>
          <a:prstGeom prst="roundRect">
            <a:avLst/>
          </a:prstGeom>
          <a:solidFill>
            <a:srgbClr val="F0EDFD"/>
          </a:solidFill>
          <a:ln w="12700">
            <a:solidFill>
              <a:srgbClr val="F0EDF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95944" y="281635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LAYER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04504" y="3392424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COMPILED C ENGINE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604504" y="4014216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6D1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Safety, grant/deny, rollback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" y="5742432"/>
            <a:ext cx="1083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LOCAL-FIRST  •  NO ONLINE DEPENDENCIES  •  CUSTOM INPUTS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/ USER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number comes from the user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 new workspace. Enter resources directly into clean tables.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956816"/>
            <a:ext cx="738835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OSSP_BANKER_FINAL_MEGA/docs/assets/preview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67128"/>
            <a:ext cx="6995160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75904" y="2002536"/>
            <a:ext cx="3099816" cy="4069080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23042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BB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INPUTS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0" y="2926080"/>
            <a:ext cx="91440" cy="9144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15400" y="2788920"/>
            <a:ext cx="2185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processes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686800" y="3493008"/>
            <a:ext cx="91440" cy="9144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15400" y="3355848"/>
            <a:ext cx="2185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types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86800" y="4059936"/>
            <a:ext cx="91440" cy="9144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15400" y="3922776"/>
            <a:ext cx="2185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vector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686800" y="4626864"/>
            <a:ext cx="91440" cy="9144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15400" y="4489704"/>
            <a:ext cx="2185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 matrix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686800" y="5193792"/>
            <a:ext cx="91440" cy="9144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15400" y="5056632"/>
            <a:ext cx="2185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matrix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 / EXECUTION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resource manager decides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request cannot change state unless the new state is proven safe.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900" dirty="0"/>
          </a:p>
        </p:txBody>
      </p:sp>
      <p:pic>
        <p:nvPicPr>
          <p:cNvPr id="8" name="Image 0" descr="/mnt/data/OSSP_BANKER_FINAL_MEGA/docs/assets/decision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10222992" cy="3776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 / TEST DATASET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transparent five-process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user-entered data for the demonstration; not a default application state.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993392"/>
            <a:ext cx="7351776" cy="3922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9464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9704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MAXIMUM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27648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2807208"/>
            <a:ext cx="6729984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89864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9464" y="289864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0 1 0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9704" y="289864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7 5 3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27648" y="289864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66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7 4 3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" y="3310128"/>
            <a:ext cx="6729984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40156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9464" y="340156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2 0 0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9704" y="340156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3 2 2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7648" y="340156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66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1 2 2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3813048"/>
            <a:ext cx="6729984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90448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69464" y="390448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3 0 2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89704" y="390448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9 0 2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27648" y="390448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66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6 0 0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0120" y="4315968"/>
            <a:ext cx="6729984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40740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569464" y="440740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2 1 1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9704" y="440740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2 2 2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27648" y="440740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66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0 1 1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0120" y="4818888"/>
            <a:ext cx="6729984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91032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569464" y="491032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0 0 2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489704" y="491032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2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4 3 3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27648" y="4910328"/>
            <a:ext cx="1664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66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4 3 1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284464" y="2011680"/>
            <a:ext cx="3108960" cy="3840480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13648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7A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13648" y="3035808"/>
            <a:ext cx="2331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[ 3, 3, 2 ]</a:t>
            </a:r>
            <a:endParaRPr lang="en-US" sz="2500" dirty="0"/>
          </a:p>
        </p:txBody>
      </p:sp>
      <p:sp>
        <p:nvSpPr>
          <p:cNvPr id="41" name="Shape 39"/>
          <p:cNvSpPr/>
          <p:nvPr/>
        </p:nvSpPr>
        <p:spPr>
          <a:xfrm>
            <a:off x="8613648" y="3803904"/>
            <a:ext cx="2359152" cy="0"/>
          </a:xfrm>
          <a:prstGeom prst="line">
            <a:avLst/>
          </a:prstGeom>
          <a:noFill/>
          <a:ln w="12700">
            <a:solidFill>
              <a:srgbClr val="425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13648" y="40965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7A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RESOURCES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13648" y="462686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[ 10, 5, 7 ]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 / SAFETY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complete safe sequence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engine checks Need &lt;= Work at every step and simulates resource release.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2578608"/>
            <a:ext cx="1371600" cy="1033272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8529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77440" y="2825496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108960" y="2578608"/>
            <a:ext cx="1371600" cy="1033272"/>
          </a:xfrm>
          <a:prstGeom prst="roundRect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8529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00016" y="2825496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31536" y="2578608"/>
            <a:ext cx="1371600" cy="1033272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28529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22592" y="2825496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54112" y="2578608"/>
            <a:ext cx="1371600" cy="1033272"/>
          </a:xfrm>
          <a:prstGeom prst="roundRect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28529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345168" y="2825496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076688" y="2578608"/>
            <a:ext cx="1371600" cy="1033272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76688" y="28529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2688" y="4334256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65429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[3,3,2]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06624" y="4636008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43784" y="465429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[5,3,2]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4840" y="4636008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465429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[7,4,3]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63056" y="4636008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›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0216" y="465429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[7,4,5]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91272" y="4636008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28432" y="465429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[7,5,5]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19488" y="4636008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56648" y="465429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[10,5,7]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1560" y="566013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 VECTOR AFTER EACH SIMULATED COMPLETION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/ LIVE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safe request is approved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state is reset to Available = [3,3,2] before this test.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22376" y="2112264"/>
            <a:ext cx="5212080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53288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8136" y="3090672"/>
            <a:ext cx="4562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P1  →  [ 1, 0, 2 ]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088136" y="3995928"/>
            <a:ext cx="4434840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43342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P1:  [ 1, 2, 2 ]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8136" y="480974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Available: [ 3, 3, 2 ]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112264"/>
            <a:ext cx="5212080" cy="3529584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56248" y="2514600"/>
            <a:ext cx="1188720" cy="310896"/>
          </a:xfrm>
          <a:prstGeom prst="roundRect">
            <a:avLst/>
          </a:prstGeom>
          <a:solidFill>
            <a:srgbClr val="F0EDFD"/>
          </a:solidFill>
          <a:ln w="12700">
            <a:solidFill>
              <a:srgbClr val="F0EDF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5420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3A5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56248" y="3163824"/>
            <a:ext cx="43342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7FE0B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</a:t>
            </a:r>
            <a:endParaRPr lang="en-US" sz="4300" dirty="0"/>
          </a:p>
        </p:txBody>
      </p:sp>
      <p:sp>
        <p:nvSpPr>
          <p:cNvPr id="18" name="Text 16"/>
          <p:cNvSpPr/>
          <p:nvPr/>
        </p:nvSpPr>
        <p:spPr>
          <a:xfrm>
            <a:off x="6556248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Available  =  [ 2, 3, 0 ]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56248" y="4937760"/>
            <a:ext cx="4517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3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 is committed only after the safety test succeeds.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 / LIVE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unsafe request is rolled 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an independent test from the original Available = [3,3,2] state.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22376" y="2112264"/>
            <a:ext cx="5212080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53288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8136" y="3090672"/>
            <a:ext cx="4562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P4  →  [ 3, 3, 0 ]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088136" y="3995928"/>
            <a:ext cx="4434840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43342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Tentative Available [ 0, 0, 2 ]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8136" y="480974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complete safe sequence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112264"/>
            <a:ext cx="5212080" cy="3529584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56248" y="2514600"/>
            <a:ext cx="1188720" cy="310896"/>
          </a:xfrm>
          <a:prstGeom prst="roundRect">
            <a:avLst/>
          </a:prstGeom>
          <a:solidFill>
            <a:srgbClr val="F0EDFD"/>
          </a:solidFill>
          <a:ln w="12700">
            <a:solidFill>
              <a:srgbClr val="F0EDF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5420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751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DENIED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56248" y="3163824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C3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556248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Available stays  [ 3, 3, 2 ]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56248" y="4937760"/>
            <a:ext cx="4517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3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 protects the previously accepted resource state.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/ LIVE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Clean, interactive decision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resources and requests remain available until you reset or exit.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853928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OSSP_BANKER_FINAL_MEGA/docs/assets/preview_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93976"/>
            <a:ext cx="10515600" cy="3785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 /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Tested against real allocation cases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21 core unit tests passed, including rollback and edge-case checks.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04088" y="2139696"/>
            <a:ext cx="3529584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22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REQUEST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P1 [1,0,2]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43784" y="27523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A5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35424" y="2139696"/>
            <a:ext cx="3529584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2322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REQUEST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45736" y="269748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P4 [3,3,0]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7523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51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DENIED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66760" y="2139696"/>
            <a:ext cx="3529584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7072" y="2322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INSUFFICIENT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77072" y="269748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 [4,0,0]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06456" y="27523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51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DENIED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" y="3712464"/>
            <a:ext cx="3529584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95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EXCEEDS NEED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27024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P1 [2,0,0]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43784" y="43251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51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DENIED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35424" y="3712464"/>
            <a:ext cx="3529584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3895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45736" y="427024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P1 [2,0,0]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43251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A5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66760" y="3712464"/>
            <a:ext cx="3529584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77072" y="3895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STATES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77072" y="427024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24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 seeded sets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06456" y="43251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" y="5715000"/>
            <a:ext cx="10689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includes input bounds, exact rollback, conserved totals, safe sequences, releases and invalid matrices.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 /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deployment. No online dependencies.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04088" y="2066544"/>
            <a:ext cx="6675120" cy="3438144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41401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DA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UBUNTU / WSL TERMINAL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" y="2953512"/>
            <a:ext cx="5870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33272" y="3438144"/>
            <a:ext cx="5870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web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33272" y="4096512"/>
            <a:ext cx="5870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9D8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http://localhost:8765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33272" y="4745736"/>
            <a:ext cx="5870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test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653528" y="2066544"/>
            <a:ext cx="3831336" cy="3438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6992" y="2596896"/>
            <a:ext cx="91440" cy="9144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2459736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9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C11 core algorithm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36992" y="3054096"/>
            <a:ext cx="91440" cy="9144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5592" y="2916936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9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Python server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36992" y="3511296"/>
            <a:ext cx="91440" cy="9144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3374136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9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HTML/CSS/JS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36992" y="3968496"/>
            <a:ext cx="91440" cy="9144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3831336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9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state persistence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36992" y="4425696"/>
            <a:ext cx="91440" cy="9144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65592" y="4288536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9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terminal fallback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36992" y="4882896"/>
            <a:ext cx="91440" cy="91440"/>
          </a:xfrm>
          <a:prstGeom prst="ellipse">
            <a:avLst/>
          </a:prstGeom>
          <a:solidFill>
            <a:srgbClr val="7661EC"/>
          </a:solidFill>
          <a:ln w="12700">
            <a:solidFill>
              <a:srgbClr val="7661E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4745736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9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tests +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 / TEAM 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presenters. One clear story.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2700">
            <a:solidFill>
              <a:srgbClr val="E9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BANKER OS  •  OSSP HACKATHON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994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2258568"/>
            <a:ext cx="3593592" cy="2724912"/>
          </a:xfrm>
          <a:prstGeom prst="roundRect">
            <a:avLst/>
          </a:prstGeom>
          <a:solidFill>
            <a:srgbClr val="192640"/>
          </a:solidFill>
          <a:ln w="12700">
            <a:solidFill>
              <a:srgbClr val="19264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2542032"/>
            <a:ext cx="557784" cy="557784"/>
          </a:xfrm>
          <a:prstGeom prst="ellipse">
            <a:avLst/>
          </a:prstGeom>
          <a:solidFill>
            <a:srgbClr val="45357C"/>
          </a:solidFill>
          <a:ln w="12700">
            <a:solidFill>
              <a:srgbClr val="45357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83280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NITHISH 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813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2520030346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42885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0D9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+ live allocation demo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81144" y="2258568"/>
            <a:ext cx="3593592" cy="2724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542032"/>
            <a:ext cx="557784" cy="557784"/>
          </a:xfrm>
          <a:prstGeom prst="ellipse">
            <a:avLst/>
          </a:prstGeom>
          <a:solidFill>
            <a:srgbClr val="EAE5FD"/>
          </a:solidFill>
          <a:ln w="12700">
            <a:solidFill>
              <a:srgbClr val="EAE5F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3383280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SAI SATHWIK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28032" y="3813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2520030328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42885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Matrices + test case explanation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49056" y="2258568"/>
            <a:ext cx="3593592" cy="2724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14232" y="2542032"/>
            <a:ext cx="557784" cy="557784"/>
          </a:xfrm>
          <a:prstGeom prst="ellipse">
            <a:avLst/>
          </a:prstGeom>
          <a:solidFill>
            <a:srgbClr val="EAE5FD"/>
          </a:solidFill>
          <a:ln w="12700">
            <a:solidFill>
              <a:srgbClr val="EAE5F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95944" y="3383280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26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CH. VIVEK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95944" y="3813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2520030532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95944" y="42885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9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+ GitHub + report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5577840"/>
            <a:ext cx="10543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66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member should also be able to explain Need = Max − Allocation and what makes a state safe.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9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777240"/>
            <a:ext cx="5669280" cy="5669280"/>
          </a:xfrm>
          <a:prstGeom prst="ellipse">
            <a:avLst/>
          </a:prstGeom>
          <a:solidFill>
            <a:srgbClr val="263965"/>
          </a:solidFill>
          <a:ln w="12700">
            <a:solidFill>
              <a:srgbClr val="26396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374904"/>
            <a:ext cx="3840480" cy="3840480"/>
          </a:xfrm>
          <a:prstGeom prst="ellipse">
            <a:avLst/>
          </a:prstGeom>
          <a:solidFill>
            <a:srgbClr val="493F83"/>
          </a:solidFill>
          <a:ln w="12700">
            <a:solidFill>
              <a:srgbClr val="493F8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8686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DB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MESSAGE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4944" y="1517904"/>
            <a:ext cx="107259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Safer decisions.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Clearer explanations.</a:t>
            </a:r>
            <a:endParaRPr lang="en-US" sz="4300" dirty="0"/>
          </a:p>
        </p:txBody>
      </p:sp>
      <p:sp>
        <p:nvSpPr>
          <p:cNvPr id="6" name="Shape 4"/>
          <p:cNvSpPr/>
          <p:nvPr/>
        </p:nvSpPr>
        <p:spPr>
          <a:xfrm>
            <a:off x="731520" y="4178808"/>
            <a:ext cx="10643616" cy="0"/>
          </a:xfrm>
          <a:prstGeom prst="line">
            <a:avLst/>
          </a:prstGeom>
          <a:noFill/>
          <a:ln w="15240">
            <a:solidFill>
              <a:srgbClr val="415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4526280"/>
            <a:ext cx="10799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D3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 INPUTS  /  BANKER’S SAFETY TEST  /  LIVE GRANT &amp; ROLLBACK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687568"/>
            <a:ext cx="10515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6A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Banker OS — OSSP Hackathon 2026</dc:title>
  <dc:subject>Smart Resource Allocation Using Banker's Algorithm</dc:subject>
  <dc:creator>OSSP Hackathon Team G-13</dc:creator>
  <cp:lastModifiedBy>OSSP Hackathon Team G-13</cp:lastModifiedBy>
  <cp:revision>1</cp:revision>
  <dcterms:created xsi:type="dcterms:W3CDTF">2026-10-17T05:03:18Z</dcterms:created>
  <dcterms:modified xsi:type="dcterms:W3CDTF">2026-10-17T05:03:18Z</dcterms:modified>
</cp:coreProperties>
</file>